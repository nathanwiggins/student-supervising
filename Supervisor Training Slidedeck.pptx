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Sticky Notes 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Campus Networking: Cynthia Kimball Davis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